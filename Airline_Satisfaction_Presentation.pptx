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C3E6"/>
                </a:solidFill>
              </a:rPr>
              <a:t>SLIDE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Business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More than half of surveyed airline passengers are not satisfied.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Management does not currently know exactly </a:t>
            </a:r>
            <a:pPr indent="0" marL="0">
              <a:buNone/>
            </a:pPr>
            <a:r>
              <a:rPr lang="en-US" sz="1500" b="1" dirty="0">
                <a:solidFill>
                  <a:srgbClr val="4E79A7"/>
                </a:solidFill>
              </a:rPr>
              <a:t>which factors drive satisfaction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or which customer segments are most at risk of leaving. This analysis uses public airline survey data to find out where to focus improvement efforts.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30352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03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5759"/>
                </a:solidFill>
              </a:rPr>
              <a:t>56.6%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of passengers are NEUTRAL or DISSATISFIED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(129,880 passengers surveyed)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566160"/>
            <a:ext cx="530352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Dissatisfied passengers are more likely to switch airlines. Fixing the right service gaps can directly protect revenue and loyalty.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Airline Passenger Satisfaction Analysis  |  Somya Gupta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C3E6"/>
                </a:solidFill>
              </a:rPr>
              <a:t>SLIDE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&amp;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9728" cy="77724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08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Airline Passenger Satisfaction (Kaggle) — 129,880 passenger survey responses, 24 columns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09728" cy="77724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423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Cleaning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Combined 2 files, removed duplicates, filled 393 missing delay values with median, fixed text/number formats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09728" cy="77724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337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New fields added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337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Total delay, delay buckets, age groups, average service rating, satisfied flag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9728" cy="77724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251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Python (Pandas, NumPy, Matplotlib) in Google Colab, plus Google Sheets for the raw data tabs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09728" cy="77724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166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Analysis approach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166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Grouped satisfaction rate by class, travel type, age, delay, and correlated it with 14 service ratings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Airline Passenger Satisfaction Analysis  |  Somya Gupta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C3E6"/>
                </a:solidFill>
              </a:rPr>
              <a:t>SLIDE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</a:rPr>
              <a:t>Travel class is the biggest satisfaction gap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01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Business class: 69% satisfied vs Economy: 19% satisfied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06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</a:rPr>
              <a:t>Online boarding matters most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90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Strongest link to satisfaction of all 14 service factors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94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</a:rPr>
              <a:t>Leisure travelers are far less satisfied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178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Only 10% satisfied vs 58% for business travelers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983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</a:rPr>
              <a:t>Delays matter less than expected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67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Satisfaction only drops ~10-12 points even with long delays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Airline Passenger Satisfaction Analysis  |  Somya Gupta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C3E6"/>
                </a:solidFill>
              </a:rPr>
              <a:t>SLIDE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Deep-Dive: The Class Satisfaction Gap</a:t>
            </a:r>
            <a:endParaRPr lang="en-US" sz="2600" dirty="0"/>
          </a:p>
        </p:txBody>
      </p:sp>
      <p:pic>
        <p:nvPicPr>
          <p:cNvPr id="5" name="Image 0" descr="charts/chart1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What the data shows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8288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Business class passengers are satisfied </a:t>
            </a:r>
            <a:pPr indent="0" marL="0">
              <a:buNone/>
            </a:pPr>
            <a:r>
              <a:rPr lang="en-US" sz="1300" b="1" dirty="0">
                <a:solidFill>
                  <a:srgbClr val="E15759"/>
                </a:solidFill>
              </a:rPr>
              <a:t>3.7x more often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 than Economy passengers (69% vs 19%). Economy Plus barely does better than Economy (25%), even though it costs more.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200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Economy is also the largest group — about 58,000 of the 129,880 passengers — so this gap affects the most people.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4297680"/>
            <a:ext cx="54864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4434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Evidence used: satisfaction % grouped by Class, from the processed dataset (Q4 worksheet)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Airline Passenger Satisfaction Analysis  |  Somya Gupta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C3E6"/>
                </a:solidFill>
              </a:rPr>
              <a:t>SLIDE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3840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3E6"/>
                </a:solidFill>
              </a:rPr>
              <a:t>Priority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Redesign online boarding / check-in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</a:rPr>
              <a:t>Biggest single lever for satisfaction — fix this first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6616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</a:rPr>
              <a:t>Priority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</a:rPr>
              <a:t>Improve Economy class experience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375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Largest passenger group, lowest satisfaction — don't just focus on Business class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E2B"/>
                </a:solidFill>
              </a:rPr>
              <a:t>Priority 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</a:rPr>
              <a:t>Research leisure/personal traveler needs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3375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Even Business class doesn't satisfy them — needs its own study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Airline Passenger Satisfaction Analysis  |  Somya Gupta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C3E6"/>
                </a:solidFill>
              </a:rPr>
              <a:t>SLIDE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Expected Business Impact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If these recommendations are acted on: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79A7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11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Fewer Economy passengers switching to competitor airlines (Economy is the largest segment)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79A7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Higher satisfaction among loyalty program members, who are currently only 48% satisfied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79A7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83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 clearer, tested understanding of what leisure travelers actually need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078992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How to measure success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9377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Track overall satisfaction %, Economy-class satisfaction %, and online boarding rating month over month after changes are made.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Airline Passenger Satisfaction Analysis  |  Somya Gupta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C3E6"/>
                </a:solidFill>
              </a:rPr>
              <a:t>SLIDE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Limitations &amp; Next Steps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What management should be cautious about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5759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This is a one-time survey, not tracked over time — we can't yet say if satisfaction is improving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5759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68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No pricing, route, or date data — we can see patterns but not always the exact root cause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5759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These are correlations, not proof — we cannot say fixing one service alone guarantees a fixed result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Next steps to analyze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79A7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297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Run a dedicated survey of leisure/personal travelers to find the real reason for low satisfaction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79A7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92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Add route and date data in future surveys to check seasonal or route-specific patterns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Airline Passenger Satisfaction Analysis  |  Somya Gupta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2026-09-11T10:34:12Z</dcterms:created>
  <dcterms:modified xsi:type="dcterms:W3CDTF">2026-09-11T10:34:12Z</dcterms:modified>
</cp:coreProperties>
</file>